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e5bf0577474d7d" /><Relationship Type="http://schemas.openxmlformats.org/officeDocument/2006/relationships/extended-properties" Target="/docProps/app.xml" Id="R0644f4627712402f" /><Relationship Type="http://schemas.openxmlformats.org/officeDocument/2006/relationships/officeDocument" Target="/ppt/presentation.xml" Id="R23b9476a297444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ae9cf3ab614c21"/>
  </p:sldMasterIdLst>
  <p:notesMasterIdLst>
    <p:notesMasterId xmlns:r="http://schemas.openxmlformats.org/officeDocument/2006/relationships" r:id="R5de9fbe5c35d4cdf"/>
  </p:notesMasterIdLst>
  <p:sldIdLst>
    <p:sldId xmlns:r="http://schemas.openxmlformats.org/officeDocument/2006/relationships" id="256" r:id="R593d38640c2c4815"/>
    <p:sldId xmlns:r="http://schemas.openxmlformats.org/officeDocument/2006/relationships" id="257" r:id="Ra6e5a523b94146fd"/>
    <p:sldId xmlns:r="http://schemas.openxmlformats.org/officeDocument/2006/relationships" id="258" r:id="R9c3a40b21b904cb8"/>
    <p:sldId xmlns:r="http://schemas.openxmlformats.org/officeDocument/2006/relationships" id="259" r:id="Rf67c53b0d0424fd2"/>
    <p:sldId xmlns:r="http://schemas.openxmlformats.org/officeDocument/2006/relationships" id="260" r:id="R266f217c20354e61"/>
    <p:sldId xmlns:r="http://schemas.openxmlformats.org/officeDocument/2006/relationships" id="261" r:id="Rc33ab78779fc42a7"/>
    <p:sldId xmlns:r="http://schemas.openxmlformats.org/officeDocument/2006/relationships" id="262" r:id="Ra8d450b067054f78"/>
    <p:sldId xmlns:r="http://schemas.openxmlformats.org/officeDocument/2006/relationships" id="263" r:id="Rf6ebf4c091364269"/>
    <p:sldId xmlns:r="http://schemas.openxmlformats.org/officeDocument/2006/relationships" id="264" r:id="R63b6217a886940e2"/>
    <p:sldId xmlns:r="http://schemas.openxmlformats.org/officeDocument/2006/relationships" id="265" r:id="R222af0f01ded42b2"/>
    <p:sldId xmlns:r="http://schemas.openxmlformats.org/officeDocument/2006/relationships" id="266" r:id="R5c5b20d4cd6245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5f3feba45942fd" /><Relationship Type="http://schemas.openxmlformats.org/officeDocument/2006/relationships/slideMaster" Target="/ppt/slideMasters/slideMaster1.xml" Id="R86ae9cf3ab614c21" /><Relationship Type="http://schemas.openxmlformats.org/officeDocument/2006/relationships/notesMaster" Target="/ppt/notesMasters/notesMaster1.xml" Id="R5de9fbe5c35d4cdf" /><Relationship Type="http://schemas.openxmlformats.org/officeDocument/2006/relationships/presProps" Target="/ppt/presProps.xml" Id="R87e1c8c895d94fdc" /><Relationship Type="http://schemas.openxmlformats.org/officeDocument/2006/relationships/tableStyles" Target="/ppt/tableStyles.xml" Id="R1de1564f64294b32" /><Relationship Type="http://schemas.openxmlformats.org/officeDocument/2006/relationships/slide" Target="/ppt/slides/slide1.xml" Id="R593d38640c2c4815" /><Relationship Type="http://schemas.openxmlformats.org/officeDocument/2006/relationships/slide" Target="/ppt/slides/slide2.xml" Id="Ra6e5a523b94146fd" /><Relationship Type="http://schemas.openxmlformats.org/officeDocument/2006/relationships/slide" Target="/ppt/slides/slide3.xml" Id="R9c3a40b21b904cb8" /><Relationship Type="http://schemas.openxmlformats.org/officeDocument/2006/relationships/slide" Target="/ppt/slides/slide4.xml" Id="Rf67c53b0d0424fd2" /><Relationship Type="http://schemas.openxmlformats.org/officeDocument/2006/relationships/slide" Target="/ppt/slides/slide5.xml" Id="R266f217c20354e61" /><Relationship Type="http://schemas.openxmlformats.org/officeDocument/2006/relationships/slide" Target="/ppt/slides/slide6.xml" Id="Rc33ab78779fc42a7" /><Relationship Type="http://schemas.openxmlformats.org/officeDocument/2006/relationships/slide" Target="/ppt/slides/slide7.xml" Id="Ra8d450b067054f78" /><Relationship Type="http://schemas.openxmlformats.org/officeDocument/2006/relationships/slide" Target="/ppt/slides/slide8.xml" Id="Rf6ebf4c091364269" /><Relationship Type="http://schemas.openxmlformats.org/officeDocument/2006/relationships/slide" Target="/ppt/slides/slide9.xml" Id="R63b6217a886940e2" /><Relationship Type="http://schemas.openxmlformats.org/officeDocument/2006/relationships/slide" Target="/ppt/slides/slide10.xml" Id="R222af0f01ded42b2" /><Relationship Type="http://schemas.openxmlformats.org/officeDocument/2006/relationships/slide" Target="/ppt/slides/slide11.xml" Id="R5c5b20d4cd6245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835547b6a742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ddc962a85d4171" /><Relationship Type="http://schemas.openxmlformats.org/officeDocument/2006/relationships/notesMaster" Target="/ppt/notesMasters/notesMaster1.xml" Id="R037b6cd115b940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38c2c2afd64347" /><Relationship Type="http://schemas.openxmlformats.org/officeDocument/2006/relationships/notesMaster" Target="/ppt/notesMasters/notesMaster1.xml" Id="Rf82c3dedcbcb45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640a060a2e4ddc" /><Relationship Type="http://schemas.openxmlformats.org/officeDocument/2006/relationships/notesMaster" Target="/ppt/notesMasters/notesMaster1.xml" Id="R43c41cd0d13846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9d2cc3fc1846ec" /><Relationship Type="http://schemas.openxmlformats.org/officeDocument/2006/relationships/notesMaster" Target="/ppt/notesMasters/notesMaster1.xml" Id="Rf7c0d8a7406844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3ece6422b5422e" /><Relationship Type="http://schemas.openxmlformats.org/officeDocument/2006/relationships/notesMaster" Target="/ppt/notesMasters/notesMaster1.xml" Id="R5d6398ed8fb5432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143537e0ab48d2" /><Relationship Type="http://schemas.openxmlformats.org/officeDocument/2006/relationships/notesMaster" Target="/ppt/notesMasters/notesMaster1.xml" Id="R582b8c4a9fc241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d88e74cdc0452a" /><Relationship Type="http://schemas.openxmlformats.org/officeDocument/2006/relationships/notesMaster" Target="/ppt/notesMasters/notesMaster1.xml" Id="R5cdef6ae6b7446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034e57c2804f42" /><Relationship Type="http://schemas.openxmlformats.org/officeDocument/2006/relationships/notesMaster" Target="/ppt/notesMasters/notesMaster1.xml" Id="Rdcf83c1e436f47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3c2ba135d34e65" /><Relationship Type="http://schemas.openxmlformats.org/officeDocument/2006/relationships/notesMaster" Target="/ppt/notesMasters/notesMaster1.xml" Id="R721e4fe2e64348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34a76c978144a0" /><Relationship Type="http://schemas.openxmlformats.org/officeDocument/2006/relationships/notesMaster" Target="/ppt/notesMasters/notesMaster1.xml" Id="R8d5beb032f604f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50a9fc325e4e8d" /><Relationship Type="http://schemas.openxmlformats.org/officeDocument/2006/relationships/notesMaster" Target="/ppt/notesMasters/notesMaster1.xml" Id="R13aee516b26746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cb7086d66143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a9297e35eb42fd" /><Relationship Type="http://schemas.openxmlformats.org/officeDocument/2006/relationships/slideLayout" Target="/ppt/slideLayouts/slideLayout1.xml" Id="Rfea203bc5bed46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a203bc5bed46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df0cbe83e432e" /><Relationship Type="http://schemas.openxmlformats.org/officeDocument/2006/relationships/image" Target="/ppt/media/image.jpeg" Id="R2d5dc728a12b4177" /><Relationship Type="http://schemas.openxmlformats.org/officeDocument/2006/relationships/notesSlide" Target="/ppt/notesSlides/notesSlide1.xml" Id="Rac1f5df2236147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c199d71b84762" /><Relationship Type="http://schemas.openxmlformats.org/officeDocument/2006/relationships/notesSlide" Target="/ppt/notesSlides/notesSlide2.xml" Id="Rf6e0783d8f7f46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366d57eb04e27" /><Relationship Type="http://schemas.openxmlformats.org/officeDocument/2006/relationships/notesSlide" Target="/ppt/notesSlides/notesSlide3.xml" Id="R4ef223e59a1845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42e75261241fc" /><Relationship Type="http://schemas.openxmlformats.org/officeDocument/2006/relationships/notesSlide" Target="/ppt/notesSlides/notesSlide4.xml" Id="R636a5fce760546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1f271c14649e3" /><Relationship Type="http://schemas.openxmlformats.org/officeDocument/2006/relationships/image" Target="/ppt/media/image2.jpeg" Id="R7bff91f34faa40d7" /><Relationship Type="http://schemas.openxmlformats.org/officeDocument/2006/relationships/notesSlide" Target="/ppt/notesSlides/notesSlide5.xml" Id="Rf15aa4d8b11845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54af948e44dec" /><Relationship Type="http://schemas.openxmlformats.org/officeDocument/2006/relationships/image" Target="/ppt/media/image3.jpeg" Id="R4a07ccc6be814d15" /><Relationship Type="http://schemas.openxmlformats.org/officeDocument/2006/relationships/image" Target="/ppt/media/image4.jpeg" Id="R51643b1c1d3146a7" /><Relationship Type="http://schemas.openxmlformats.org/officeDocument/2006/relationships/notesSlide" Target="/ppt/notesSlides/notesSlide6.xml" Id="Ra78e9e91cdca46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f0be4992249a4" /><Relationship Type="http://schemas.openxmlformats.org/officeDocument/2006/relationships/image" Target="/ppt/media/image5.jpeg" Id="Rca5219db36a64495" /><Relationship Type="http://schemas.openxmlformats.org/officeDocument/2006/relationships/image" Target="/ppt/media/image6.jpeg" Id="R063f1c430e4d432a" /><Relationship Type="http://schemas.openxmlformats.org/officeDocument/2006/relationships/notesSlide" Target="/ppt/notesSlides/notesSlide7.xml" Id="Rb5e092f73ddb41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43780322b43e4" /><Relationship Type="http://schemas.openxmlformats.org/officeDocument/2006/relationships/image" Target="/ppt/media/image7.jpeg" Id="R7408ef0a40474aeb" /><Relationship Type="http://schemas.openxmlformats.org/officeDocument/2006/relationships/notesSlide" Target="/ppt/notesSlides/notesSlide8.xml" Id="R16ecee4e3c9244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f1bc6602c4044" /><Relationship Type="http://schemas.openxmlformats.org/officeDocument/2006/relationships/image" Target="/ppt/media/image.png" Id="Ra7497954e18d44c4" /><Relationship Type="http://schemas.openxmlformats.org/officeDocument/2006/relationships/image" Target="/ppt/media/image2.png" Id="R7aa0a81250af4a6f" /><Relationship Type="http://schemas.openxmlformats.org/officeDocument/2006/relationships/image" Target="/ppt/media/image3.png" Id="Rb1b82558ee204e3d" /><Relationship Type="http://schemas.openxmlformats.org/officeDocument/2006/relationships/notesSlide" Target="/ppt/notesSlides/notesSlide9.xml" Id="R83e1487fae1b42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9c2f71ffe4c40" /><Relationship Type="http://schemas.openxmlformats.org/officeDocument/2006/relationships/notesSlide" Target="/ppt/notesSlides/notesSlide10.xml" Id="R284485d621a743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2e4fbeb8748be" /><Relationship Type="http://schemas.openxmlformats.org/officeDocument/2006/relationships/image" Target="/ppt/media/image4.png" Id="R7651c16a4a6248f3" /><Relationship Type="http://schemas.openxmlformats.org/officeDocument/2006/relationships/notesSlide" Target="/ppt/notesSlides/notesSlide11.xml" Id="Re7bfd254da14449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07249081-A0AA-4F32-800F-8E9910C5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624C6AF7-3B15-41F9-98D8-8E0C390B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E91AD339-66AA-4859-9F2E-A68BEDF3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C029E0CC-1582-4AE5-A37B-D2704E44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85986C85-AAF5-48EF-BBF1-CFD58528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~/ SUNSET SIGNAL  /  DATA INTELLIGENCE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24F1659-C2AC-4DBC-8411-385D9755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I turn raw data
into decisions.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3E3639B-866C-46D1-9696-C9099F5E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Reliable data. Applied models. Decision-ready products.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E87DCA60-68CE-427D-87F7-69E2A3FC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409CEDD7-63C4-447D-BAF2-172B4B1E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C453"/>
                </a:solidFill>
                <a:latin typeface="Aptos"/>
                <a:ea typeface="Aptos"/>
                <a:cs typeface="Aptos"/>
              </a:defRPr>
            </a:pPr>
            <a:r>
              <a:t>3.74 / 4.00 GPA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FC8CB479-823D-4C7D-8F3D-2E4DB331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036C0FA4-1129-4A66-A17B-CDCBDC6A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BEST PAPER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31879E1D-6AF0-4A42-B8F3-FB1491A6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BBAC1D68-77CD-44CF-BBB2-B9293539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EEAD4"/>
                </a:solidFill>
                <a:latin typeface="Aptos"/>
                <a:ea typeface="Aptos"/>
                <a:cs typeface="Aptos"/>
              </a:defRPr>
            </a:pPr>
            <a:r>
              <a:t>INDONESIA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677348D2-A494-4C6B-A134-778C798D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E71C6AEF-B2C4-4EC9-8182-C5DE19C9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Muhammad Ali Akbar Al-Qahri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3CE86E3D-AEF7-448F-A2FC-2CF541E4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DATA ANALYST  /  DATA SCIENTIST  /  DATABASE ENGINEER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25D311CE-88CE-463A-905D-AF7465BE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E5FD3444-3143-4E24-98F2-8339C8E1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A82B9F33-B5DD-4950-981D-D160313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LIVE PORTFOLIO  /  SAME DESIGN SYSTEM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C906A6A2-F4EE-43FA-A40A-D7BBD0DB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AD5FD5EC-4950-4F8D-A3FB-9E317426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5F78E29F-2B04-4335-A584-F38D0645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11782E38-11CB-4AF5-9D74-8F6150CE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consistent visual language across web, PowerPoint, and PDF: cosmic dark surfaces, signal colors, monospaced labels, and decision-focused storytelling.</a:t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811D24CA-3DDB-4D04-B94A-9BD03285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0F95C558-4682-4633-A2FD-4C9CC55E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81A9748-3C86-4134-81A6-ADDFA3D8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A5CCA943-EF71-4F85-A29B-201D7AC5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5BBCA88C-7559-47D8-BAEA-6A2FEA1F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dc728a12b4177"/>
          <a:srcRect xmlns:a="http://schemas.openxmlformats.org/drawingml/2006/main" l="836" t="0" r="8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5636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D5D3E469-422B-46DC-9B60-1D1565BA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4EF31B36-C2CB-4270-BA16-BA59698D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A00211F7-F410-41D2-BC73-DEDAE70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ADD25C05-0E38-4A22-AD2E-3115B096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E993715A-979E-45F1-8DC7-AB05F74E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042B7F67-A0B6-4D40-B2AC-E182E8F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One profile covers the full data lifecycle.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5F8AAC2E-297F-4227-86C4-C262DB6A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7951E032-23D8-4672-8A46-4101CA5A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991E8ACD-1F32-45E9-8D00-638CACB6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BE31BCFC-0DA9-46EA-BC68-4C3F05DB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A4C615B8-5292-46CC-94D8-2201EB7B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14D4EA13-38B0-4EC5-AA28-3B445503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61F09F6C-056A-4263-8669-DABDC5CA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90199713-5DFD-466D-B1D5-5CEB6EB3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8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C75D2E47-1578-4CB3-B551-829D5091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50C95959-3BC5-4C78-9B5B-5AF7A4AF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80A28973-AA4E-4F85-8A6E-684CF793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7D0EF2A2-75D1-4836-9862-6E9389E7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C3347A76-DEE4-4F1A-B367-01C24B49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D6BC763E-9369-4A58-9ED8-7BEC4865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9908D5F6-29B6-4A27-BBC2-11175E3B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080F452-893C-49E7-B02A-2A28B02A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85092E50-1FE8-4B65-9E12-7F27C181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AB9395D1-3A1D-45A8-8C8C-DC41973E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E9E3244A-D630-4DB7-ADC7-1D087B56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Database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5EF0B411-C803-4E89-85AC-0A712C02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Designs reliable pipelines, transformations, and 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7E138841-A328-4406-B327-4C792F35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E84085B0-877B-4556-B0DB-314C7C69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10K+ questions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F2A6165-AB34-4FFA-B960-0BBEEF23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CED23ACC-DF92-4A76-A6BB-5B2F4366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CB207180-E161-48B5-93AD-8700E2F0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D39C91C6-D7D5-4923-8FC3-2756D1B6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8429AAB9-7F4D-4DC3-8F79-400FFF80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50155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BEC8AFE7-9087-45A3-94FF-B1DC63B3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E6546E9D-9BB6-433F-A57F-C102981A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FB497EB9-84C7-42BC-A6D0-3B3AC769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243F2F75-5AAC-43A4-ABFD-124631C5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1411476E-6DA3-4AA5-A057-BC0A9199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13B8241E-3280-4B93-B6D6-AA2916AC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9BD95B9F-C27B-4F82-B712-E108D754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Three outcomes spanning business intelligence, automation, and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DC664017-D0E8-450D-90E4-88631C0E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40735502-EFF4-4962-9608-52F0FF89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A80E4B8E-9774-4FF1-8CA2-5C3A8437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495557E6-8451-48B6-B455-B85A2AED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142C64A0-68C8-43B4-84A5-3F61D385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88F24802-DA20-4468-8378-450760FC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01D0A7BF-2A55-4773-A752-B68B82CC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79903104-3E68-46A7-8829-D3FC8CDA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A2589AC3-4947-4345-B6A9-2EA9A899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D6FD0209-CF19-4401-9DAC-B254E2A9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CAE1A5A8-9296-46A4-95FE-F26B4DA5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C28E32D1-69CC-46EA-B2B6-B3753576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77FF825E-D144-40E6-BF4C-2002380D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D8657FCE-5CE8-4A5F-9E0B-57F5F34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29980F11-7B41-429F-94CC-FF513D87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B15DEEA1-086D-41E5-8856-F5A61C18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949390B1-34D7-44FD-AE1A-0DB0DBC9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C3F2EB31-D7B4-428E-9507-76EEA8DE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BE9681F3-A705-45E8-8978-AB80A206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DE8906A9-1933-45BA-828F-C74C272E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75741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639C3B1B-EDD8-4C08-8C9C-824BFC60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D83FB229-C4A3-4B67-A1CF-02F46DFA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808A1D87-EEE6-4B94-804A-7291545A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7C207E0F-C773-4344-8DED-7D53FB09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918CECFA-A356-4586-90C2-07F9E6B0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D60DBE8E-8CE2-4F78-AFAC-6FAE38FF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I have delivered across analytics, engineering, and enablement.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7590AC58-4698-4ABC-BC7B-8895FF15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EAC9224-325F-47B5-9479-5B7A2228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AEE5E11-170F-42B0-97D5-506E5F57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0B5961D7-C2B8-49D8-AB1F-A776BA54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E5903844-6D0A-4320-8EB4-2BA29831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664E3F9C-1FA1-4500-8D40-C5D45328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Business Intelligence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CBD26106-7CCC-4B31-ABE1-BE84F54E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EBCA2BC-E021-49AA-A4C6-C0783DC7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5A37575E-EABF-421C-A1E3-55D24922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97051A59-C226-4858-B3B1-ECD89EAD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2024–25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14C35393-12A6-4BE3-AA62-AB58B7B7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979DA7D9-0F5B-49AC-99FC-7E3B8FC5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FDCDCE65-AEB9-45B1-9A23-CEDEBB30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F829DA46-EC04-4C8A-BAA6-FF371186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8DFF590E-EC80-4982-9C02-DBC15254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D1C5C7B6-F34B-4AC1-BB9F-6B397F5A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761F0D9-5221-4AAC-A597-BC465D6D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3CAC0B5-6D07-4AB2-BADD-19730D42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B8EB5F12-03F1-4FAE-A122-E118110E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CD7CB673-3933-42D3-9F9B-2FAEA35B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2CDEC75F-54FB-4286-AC00-0FE6EA58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D"/>
          </a:solidFill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9C83DE42-7265-4B6E-A690-B8DECDE0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2025–now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2BE70D57-C23D-49FE-8E65-16B8688F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5AA694EF-1B21-462C-B89E-1E9E161C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Data Analyst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E593640E-8341-46CA-A642-567F786D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MySQL ETL · Power BI KPI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8549CA94-A11D-413E-9492-E25940B4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908DB4E-7B20-4970-B625-723C129B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0D2F73F4-BF92-438C-AB27-CE0DFF3E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FAD2E57F-0DC6-4295-9C3C-DA63488B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914EE4D3-C63F-4844-99C7-AF743784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078966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5DD9B083-1CDD-4EEC-B05D-AF3EF7D6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7C777477-A240-4037-92B1-49D1C53C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B89024B7-6514-44AA-9176-C3455FC3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2D2CC66E-5930-4975-9917-E2F3E2B5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9D0E6773-4C83-48AA-BC6D-0EA2781E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FLAGSHIP PRODUCT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D675773E-B8E0-411D-9B92-03DEDDDB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PDDIKTI turns fragmented education data into a national map.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43EB1347-9875-4237-85ED-52A7CA5C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public exploration product for comparing higher-education coverage across provinces and cities—supported by explicit data-quality checks.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891E4BDB-67E6-4A2D-8D02-CA66250D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773CF786-6285-4DED-AE0D-86AFE82E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DEPLOYED WEB APP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0973939F-21C4-45C0-A84D-3355B261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5,433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455CFEFA-AFEA-4A3F-A831-7E4C497C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institutions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22F48AF4-4CDC-4BF7-8C4A-ABA0C3C6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4834B06F-334A-4733-B1B8-421A4C82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provinces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A0AFBA9E-65DD-49D6-A2CD-C3700147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34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CE0EF7B7-58C4-4EED-A3FC-1CC91828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quality checks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786960C8-0C89-4E37-BD7E-489776CC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1914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D80E28B0-7E27-4B03-994C-52AD5F5C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perguruan-tinggi-indonesia-nu.vercel.app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88BB7AA2-9666-4263-9C65-E3E0942D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5322E8EA-2DBF-4813-B570-20A3F6DC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510C55E3-CFD6-47F7-8610-F56F62F1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0C29A738-85F1-498C-9356-30DC354A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2502829-EA38-4418-A132-5913CCA0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f91f34faa40d7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3994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DF7F950D-C23A-46F9-B758-86A21896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5F3D7EBE-7A10-4D33-B9C8-C30DF487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4144E170-6EF1-4E2A-BF98-0E04254C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1320B059-C7DD-499F-9303-D8D98FFB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385DBC7B-E83A-468F-B4A7-14C10DD1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DECISION PRODUCTS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851E0DAA-4008-4E4D-A8B8-41A73E6F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Two deployed apps convert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1CFFA421-B337-4050-8BBC-2C8B74D2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0E739643-2DB8-48FA-A962-AAC74F34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16FB909E-5797-453E-BCB6-6E9C8D94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56630C92-70EF-4DE1-A168-BB440730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8C372B7B-CEC7-4CFC-9512-481AEA7E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DCA9BAF5-F6CA-4F20-A5DC-D656DF4B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17B2C024-2ADA-4B8B-A623-BBFFF2C9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C8D5A4A5-3C84-4F65-B653-891EF723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6BB0BF5E-43E6-4556-B27A-BA2F71C2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D80B30DD-0318-4B41-B2DD-DEEDCB04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D8F6DABF-1046-4E3E-9F58-F2DDD62D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24D46A86-271B-42FA-855A-1726043D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B40D110E-10E4-43EA-BE08-D29F6CC2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64438299-E012-423D-9C41-3563138B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D95EC32B-06EE-4717-B153-629ED499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07ccc6be814d15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ect">
            <a:avLst/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43b1c1d3146a7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30618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1C9D4A0B-6586-420B-A4E0-EC8082F6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0D4A51DC-894D-46EB-9547-364DEA58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D16F761-5DB2-43AD-B20D-A0BAE9B6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A13D7F8-7544-46C8-ACE5-80FCABF0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48B8C377-D12C-4790-87D7-5F1E8B56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D4492A3B-3FD1-4424-BCB6-ADCB32D7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Financial-market analysis becomes easier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3931E498-F1C4-40B7-B1B8-997DB701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92BDFADF-6BA2-4BC3-BA9A-8F5F16E3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BB91F868-04C4-435C-ABC1-CB98AC8B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39EA0FB3-D70A-47B1-8403-492FD7BD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Screen new listings
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5BC35759-5FFC-4E4F-A02A-B36367DC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64934BDD-E0F4-4AD4-98B3-F1D98F85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ypcemas.streamlit.app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7C6527F7-BA38-48FC-9758-16068D58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EAD4"/>
                </a:solidFill>
                <a:latin typeface="Aptos"/>
                <a:ea typeface="Aptos"/>
                <a:cs typeface="Aptos"/>
              </a:defRPr>
            </a:pPr>
            <a: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496715ED-09B4-450F-9449-4AFD3887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Explore market signals
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A1E8CAB5-BB09-482D-B7AC-FD7C22C5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81F96E65-563A-44C2-A4D8-14C7D089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7A084CCA-B948-444A-B8F0-77231632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C561FE33-74DD-4C95-B9AE-52B8D943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E819F5BF-F8A9-4C86-A51D-E469BC53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6F09BCCB-A280-47B9-99B6-BDEBB48C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219db36a64495"/>
          <a:srcRect xmlns:a="http://schemas.openxmlformats.org/drawingml/2006/main" l="0" t="22720" r="0" b="22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4038600"/>
            <a:ext cx="4838700" cy="14859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3f1c430e4d432a"/>
          <a:srcRect xmlns:a="http://schemas.openxmlformats.org/drawingml/2006/main" l="0" t="22324" r="0" b="223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3552825"/>
            <a:ext cx="5200650" cy="161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7363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8DAF4CF2-8319-488D-B0C3-A865631C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FBF9D9DE-18B8-4BE3-9240-DFDEB039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79A3779-6122-4D4B-ABD9-E81F4F75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F612BC57-A089-4CF2-98D7-806AFCE6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24911C29-6ECC-423A-BDDE-EDF104FF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APPLIED MACHINE LEARNING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4DACEDA3-FCDC-4F98-8497-209351DF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117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Model quality matters most when it supports a real decision.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039D171D-891E-42F1-91B0-E666D7D2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576D3E4E-15A6-47E2-9222-EDB8EDB5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029A98AF-B53F-4531-B70E-44DAFC85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16E9B047-1992-4371-8F17-29FB3C0C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499869C2-18E8-442E-B529-7E11326E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FAF4F992-9C5D-4F2C-9357-E58AB39D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89%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F14CF640-043C-490F-B669-70E6207D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791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stock classification accuracy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215A6C01-77F9-4D83-96AC-8F28C49A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Food Security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F4357FC8-EB79-4F86-A304-D11BDF15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Forecasting highlights provinces needing closer attention and turns model output into a public-facing analytical tool.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2CD3FFF9-AB38-496E-8979-BDA1EE41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8C07B8DA-F1CD-4E30-BAE7-FF395D7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BEST PAPER  ·  ICoDSA 2025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0A323C1-2513-4EA3-8AEC-57357B02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82A148FA-2F35-4B67-BA17-B7E1ABB3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B74DAAB8-CCB4-467F-BB70-20D60529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BE079DBC-49E7-4FB9-ACDE-AFF0BB3B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C827B6A8-7B8B-4186-924F-A965A77F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8ef0a40474aeb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5622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42C0068-63DF-4671-946C-316BC590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9B2F70A0-E0DF-4A9F-9AED-56CBEBA5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5847BF22-5906-4FC2-8A38-F67D0E3A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41BD782F-F0E6-4304-9BA1-591B9EC9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5CC599FE-D7E9-43C1-A404-A0B9E122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E357CB99-3CEB-45EE-A29E-36FEB937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Dashboards are delivery systems for decisions—not decoration.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87CA3BC3-79D0-4C40-86D8-EFAEEEA5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Selected dashboard samples are intentionally blurred to protect sensitive information.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B0B1CF08-95B0-4291-95F1-BC0C9947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931A6419-2EF0-435B-80D7-E75AB48E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FAF32225-6464-4D84-8F64-325ECD72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FEA74BF0-ECB4-4189-A910-950396A0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Revenue Monitoring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EDA4CDCA-2EDD-4156-B816-9E426DA0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Power BI · KPI tracking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62746E74-7CBA-4294-8570-503C3A1B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Sales Performance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1F67E250-0AFC-4BB2-9128-E8104993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Looker Studio · trend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2249AA2-7801-44B8-B049-EDC173D5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Executive Summary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36806871-1749-4153-B16F-30601B9D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Looker Studio · decision overview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254FF8B6-F1DF-4023-B7C9-8D882468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C0AECA4-0C3D-4798-99DC-B4E4EF3A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8B6776AD-9D21-4525-B118-F1D0A220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B739C06A-733B-4C34-9496-2855152C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3D0B22E-D99A-42F7-882E-C1D0CA26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497954e18d44c4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0a81250af4a6f"/>
          <a:srcRect xmlns:a="http://schemas.openxmlformats.org/drawingml/2006/main" l="0" t="2817" r="0" b="28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82558ee204e3d"/>
          <a:srcRect xmlns:a="http://schemas.openxmlformats.org/drawingml/2006/main" l="0" t="2500" r="0" b="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0234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8414CC02-B03A-4711-9D27-4A137E47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87A7BB48-86F4-43A5-BFF5-0133C668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02DD2B15-1CE3-4EE2-B3F2-E95D2DBD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989751D0-43E6-4FB2-9CF1-2BC163EC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7740F151-B437-4A0F-95F8-E14A9B0A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CAPABILITY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D8536ECB-72C2-4B6F-B1DF-1B52AD4F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671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 production-ready stack—grounded in analytical judgment.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D70234A3-B409-433C-83E0-3AA3A0FF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5E0E2C55-CBC0-4A30-A23F-79C80198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2FA8D1C1-9E1C-4783-B07A-B4E7DFE5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Analyze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D5B34844-3966-4B57-AE56-705691EA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Python · SQL
Pandas · NumPy
Statistics · EDA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85860AA8-89C0-4566-9B0B-018800F7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B5C10258-8B0F-4073-A68A-4D9EA9E5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8E72B33B-6AFF-478F-9C5C-E6F13E9B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Model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2581EC3C-298A-42DD-A365-5BB1704A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Scikit-learn
XGBoost · TensorFlow
Forecasting · NLP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302C1425-5037-47F7-9CE7-6E46B6B4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D206CACF-31B5-4282-8A85-7444DAEB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0F46EF4D-8CF8-4E36-8625-658DAE29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Engineer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F83A15FF-2645-4414-8832-F7F68FCD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MySQL · PostgreSQL
ETL · Data quality
Git · API workflows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00AD3F9A-2F9F-42A8-9EEC-BC7BBB65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78038493-D742-46A2-810D-334A2974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4FD9EE16-2403-42D8-B0FA-91EE101D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Communicate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77F90BBC-A75F-4DDC-8F08-70FAD248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Power BI · Looker
Streamlit · Tableau
Storytelling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695A0D71-766D-41C3-95ED-42F7A902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D0C9F4A-81BC-46F0-B612-CBF8B437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CREDENTIALS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28F2941A-7A0C-4D1F-B6B8-C101B49E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B.Sc. Data Science · GPA 3.74/4.00     |     Best Paper, ICoDSA 2025     |     NVIDIA DLI · Google Analytics · Alibaba Cloud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02A0BE57-853F-499F-911F-28B42EE3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2ABB7C74-50EA-4556-B284-52C974F0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3E31BD39-95D7-4C41-BB0C-E9A21D3C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4526108F-E9B7-4E95-997C-7635A4B6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9CA32CBC-FEDC-4DAE-AA83-BE86FF06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5218685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EE019D46-0672-44F2-ACF9-957F7C9A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D8A331F0-780E-4ECB-8D14-DC506CC5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5CA79AD8-63F2-4202-AC54-E9B7FFA0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36291A8E-E7C1-4BAA-A11C-40763525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1932158F-122F-4677-978A-AC506F01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0F0D"/>
          </a:solidFill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F4F45B51-C53D-46F3-8479-9A38785C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1729AAC5-74AE-4EA9-84C8-5E20E100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BBBC6130-1DA1-498C-8FFB-C45E7FFD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16D73053-C8C8-4439-92F4-586D90D4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C167FE25-B6EC-43EE-A9AD-3BA112DF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EEAD4"/>
                </a:solidFill>
                <a:latin typeface="Consolas"/>
                <a:ea typeface="Consolas"/>
                <a:cs typeface="Consolas"/>
              </a:defRPr>
            </a:pPr>
            <a:r>
              <a:t>DATA  /  MODELS  /  DECISIONS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23A9BC15-C0CB-4307-BB38-3085F945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3219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4D7BE693-7C9E-4457-9DC1-68CC307B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Let’s build decisions
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6EFC3735-6561-4EEF-92B5-268CFA84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FF7B9C85-6A61-4E17-99AF-DD6DFE6C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33844BD3-8F89-4416-9C04-02E2276B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5F8F035F-DF6A-4E5B-AACC-3D304A08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3BFE2EE2-D3BD-4916-87E8-72B2FCA5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362D24A2-5B0F-45C8-9990-5FFEB500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194CDA6B-52C5-4A55-8B8F-25525288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linkedin.com/in/akbaralqahri
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267F75CE-C6FD-40C4-9311-E7EECECB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EA3F2AFE-5DC1-4A2F-A142-93F42066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1c16a4a6248f3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95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2026-07-16T07:45:21.4220000Z</dcterms:created>
  <dcterms:modified xsi:type="dcterms:W3CDTF">2026-07-16T07:45:21.4220000Z</dcterms:modified>
</coreProperties>
</file>