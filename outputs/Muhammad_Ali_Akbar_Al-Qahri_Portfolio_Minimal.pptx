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ef5d1be5a24c1a" /><Relationship Type="http://schemas.openxmlformats.org/officeDocument/2006/relationships/extended-properties" Target="/docProps/app.xml" Id="Rb021b048320443cf" /><Relationship Type="http://schemas.openxmlformats.org/officeDocument/2006/relationships/officeDocument" Target="/ppt/presentation.xml" Id="R139d13ad883140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3534e79ea74483"/>
  </p:sldMasterIdLst>
  <p:notesMasterIdLst>
    <p:notesMasterId xmlns:r="http://schemas.openxmlformats.org/officeDocument/2006/relationships" r:id="Rb524e3fcaf254a75"/>
  </p:notesMasterIdLst>
  <p:sldIdLst>
    <p:sldId xmlns:r="http://schemas.openxmlformats.org/officeDocument/2006/relationships" id="256" r:id="Rb1d3a0d99b6241db"/>
    <p:sldId xmlns:r="http://schemas.openxmlformats.org/officeDocument/2006/relationships" id="257" r:id="R43b1576311f54b6e"/>
    <p:sldId xmlns:r="http://schemas.openxmlformats.org/officeDocument/2006/relationships" id="258" r:id="R54da300d612a4345"/>
    <p:sldId xmlns:r="http://schemas.openxmlformats.org/officeDocument/2006/relationships" id="259" r:id="R21ae3d4c48874739"/>
    <p:sldId xmlns:r="http://schemas.openxmlformats.org/officeDocument/2006/relationships" id="260" r:id="Rbd67f0bb09ba4876"/>
    <p:sldId xmlns:r="http://schemas.openxmlformats.org/officeDocument/2006/relationships" id="261" r:id="R50065fa66a8b47b1"/>
    <p:sldId xmlns:r="http://schemas.openxmlformats.org/officeDocument/2006/relationships" id="262" r:id="Rebf699dbf24247dc"/>
    <p:sldId xmlns:r="http://schemas.openxmlformats.org/officeDocument/2006/relationships" id="263" r:id="Rfac8d444573d4b4e"/>
    <p:sldId xmlns:r="http://schemas.openxmlformats.org/officeDocument/2006/relationships" id="264" r:id="R0d0cce0fca29434b"/>
    <p:sldId xmlns:r="http://schemas.openxmlformats.org/officeDocument/2006/relationships" id="265" r:id="R13b0462104c44051"/>
    <p:sldId xmlns:r="http://schemas.openxmlformats.org/officeDocument/2006/relationships" id="266" r:id="Ra84ec83bfd9447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bad78c9307461a" /><Relationship Type="http://schemas.openxmlformats.org/officeDocument/2006/relationships/slideMaster" Target="/ppt/slideMasters/slideMaster1.xml" Id="Re93534e79ea74483" /><Relationship Type="http://schemas.openxmlformats.org/officeDocument/2006/relationships/notesMaster" Target="/ppt/notesMasters/notesMaster1.xml" Id="Rb524e3fcaf254a75" /><Relationship Type="http://schemas.openxmlformats.org/officeDocument/2006/relationships/presProps" Target="/ppt/presProps.xml" Id="R5834d6a066264dba" /><Relationship Type="http://schemas.openxmlformats.org/officeDocument/2006/relationships/tableStyles" Target="/ppt/tableStyles.xml" Id="R5e587fb40f8b4fcc" /><Relationship Type="http://schemas.openxmlformats.org/officeDocument/2006/relationships/slide" Target="/ppt/slides/slide1.xml" Id="Rb1d3a0d99b6241db" /><Relationship Type="http://schemas.openxmlformats.org/officeDocument/2006/relationships/slide" Target="/ppt/slides/slide2.xml" Id="R43b1576311f54b6e" /><Relationship Type="http://schemas.openxmlformats.org/officeDocument/2006/relationships/slide" Target="/ppt/slides/slide3.xml" Id="R54da300d612a4345" /><Relationship Type="http://schemas.openxmlformats.org/officeDocument/2006/relationships/slide" Target="/ppt/slides/slide4.xml" Id="R21ae3d4c48874739" /><Relationship Type="http://schemas.openxmlformats.org/officeDocument/2006/relationships/slide" Target="/ppt/slides/slide5.xml" Id="Rbd67f0bb09ba4876" /><Relationship Type="http://schemas.openxmlformats.org/officeDocument/2006/relationships/slide" Target="/ppt/slides/slide6.xml" Id="R50065fa66a8b47b1" /><Relationship Type="http://schemas.openxmlformats.org/officeDocument/2006/relationships/slide" Target="/ppt/slides/slide7.xml" Id="Rebf699dbf24247dc" /><Relationship Type="http://schemas.openxmlformats.org/officeDocument/2006/relationships/slide" Target="/ppt/slides/slide8.xml" Id="Rfac8d444573d4b4e" /><Relationship Type="http://schemas.openxmlformats.org/officeDocument/2006/relationships/slide" Target="/ppt/slides/slide9.xml" Id="R0d0cce0fca29434b" /><Relationship Type="http://schemas.openxmlformats.org/officeDocument/2006/relationships/slide" Target="/ppt/slides/slide10.xml" Id="R13b0462104c44051" /><Relationship Type="http://schemas.openxmlformats.org/officeDocument/2006/relationships/slide" Target="/ppt/slides/slide11.xml" Id="Ra84ec83bfd9447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e8aeadbc4b4e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5df38d2ef24a2a" /><Relationship Type="http://schemas.openxmlformats.org/officeDocument/2006/relationships/notesMaster" Target="/ppt/notesMasters/notesMaster1.xml" Id="R2eb45e896bb744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7ed745dd6b4454" /><Relationship Type="http://schemas.openxmlformats.org/officeDocument/2006/relationships/notesMaster" Target="/ppt/notesMasters/notesMaster1.xml" Id="Raaa04b5bf2ab49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bb6ed3fc944a0e" /><Relationship Type="http://schemas.openxmlformats.org/officeDocument/2006/relationships/notesMaster" Target="/ppt/notesMasters/notesMaster1.xml" Id="R21f798e3642247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f3759e6b1b472b" /><Relationship Type="http://schemas.openxmlformats.org/officeDocument/2006/relationships/notesMaster" Target="/ppt/notesMasters/notesMaster1.xml" Id="R3c9056528ce64f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ebad937d140f2" /><Relationship Type="http://schemas.openxmlformats.org/officeDocument/2006/relationships/notesMaster" Target="/ppt/notesMasters/notesMaster1.xml" Id="Rf2cca270681c45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63b481ef51444f" /><Relationship Type="http://schemas.openxmlformats.org/officeDocument/2006/relationships/notesMaster" Target="/ppt/notesMasters/notesMaster1.xml" Id="R63a9192f604146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5ee8b47775496d" /><Relationship Type="http://schemas.openxmlformats.org/officeDocument/2006/relationships/notesMaster" Target="/ppt/notesMasters/notesMaster1.xml" Id="R6c4f2dead7044a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853f6b9894404f" /><Relationship Type="http://schemas.openxmlformats.org/officeDocument/2006/relationships/notesMaster" Target="/ppt/notesMasters/notesMaster1.xml" Id="R519b94122ddd4f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6a5f9cafe64ccf" /><Relationship Type="http://schemas.openxmlformats.org/officeDocument/2006/relationships/notesMaster" Target="/ppt/notesMasters/notesMaster1.xml" Id="R8484bd20561b46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f71be761e1465a" /><Relationship Type="http://schemas.openxmlformats.org/officeDocument/2006/relationships/notesMaster" Target="/ppt/notesMasters/notesMaster1.xml" Id="R5a6ada60690142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b0bc731267416f" /><Relationship Type="http://schemas.openxmlformats.org/officeDocument/2006/relationships/notesMaster" Target="/ppt/notesMasters/notesMaster1.xml" Id="R7dd68f98180842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7f1cf29ca949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f2a85e239e40d3" /><Relationship Type="http://schemas.openxmlformats.org/officeDocument/2006/relationships/slideLayout" Target="/ppt/slideLayouts/slideLayout1.xml" Id="R213fe65b11c043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3fe65b11c043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f16a96f214a59" /><Relationship Type="http://schemas.openxmlformats.org/officeDocument/2006/relationships/hyperlink" Target="https://akbaralqahri.github.io/portofolio" TargetMode="External" Id="Ra9b1d8b5ec014e07" /><Relationship Type="http://schemas.openxmlformats.org/officeDocument/2006/relationships/hyperlink" Target="https://akbaralqahri.github.io/portofolio" TargetMode="External" Id="R663e65fe62114d46" /><Relationship Type="http://schemas.openxmlformats.org/officeDocument/2006/relationships/image" Target="/ppt/media/image.png" Id="R0dc3f6da909d4004" /><Relationship Type="http://schemas.openxmlformats.org/officeDocument/2006/relationships/notesSlide" Target="/ppt/notesSlides/notesSlide1.xml" Id="Rafa6bf151d254b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1f75a00254258" /><Relationship Type="http://schemas.openxmlformats.org/officeDocument/2006/relationships/notesSlide" Target="/ppt/notesSlides/notesSlide2.xml" Id="R37f0e0a8d75b49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8f8aedc4f4992" /><Relationship Type="http://schemas.openxmlformats.org/officeDocument/2006/relationships/notesSlide" Target="/ppt/notesSlides/notesSlide3.xml" Id="Rfb7b38b63c2b4e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e0301c12c4eed" /><Relationship Type="http://schemas.openxmlformats.org/officeDocument/2006/relationships/notesSlide" Target="/ppt/notesSlides/notesSlide4.xml" Id="Rc0d6ab4136af42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dd7eebde04d24" /><Relationship Type="http://schemas.openxmlformats.org/officeDocument/2006/relationships/hyperlink" Target="https://kemiskinan-indonesia-cxpt.vercel.app/" TargetMode="External" Id="R148ad8a4c94e428b" /><Relationship Type="http://schemas.openxmlformats.org/officeDocument/2006/relationships/image" Target="/ppt/media/image2.png" Id="R0be8cb4dfcc2494a" /><Relationship Type="http://schemas.openxmlformats.org/officeDocument/2006/relationships/notesSlide" Target="/ppt/notesSlides/notesSlide5.xml" Id="R4721eda14a3d48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d167f142b4f44" /><Relationship Type="http://schemas.openxmlformats.org/officeDocument/2006/relationships/image" Target="/ppt/media/image.jpeg" Id="R574accc41120413a" /><Relationship Type="http://schemas.openxmlformats.org/officeDocument/2006/relationships/image" Target="/ppt/media/image2.jpeg" Id="R04e76573a456484e" /><Relationship Type="http://schemas.openxmlformats.org/officeDocument/2006/relationships/notesSlide" Target="/ppt/notesSlides/notesSlide6.xml" Id="R80a36474698849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14112b2d44f7a" /><Relationship Type="http://schemas.openxmlformats.org/officeDocument/2006/relationships/image" Target="/ppt/media/image3.jpeg" Id="R2c93be3a933f48e9" /><Relationship Type="http://schemas.openxmlformats.org/officeDocument/2006/relationships/image" Target="/ppt/media/image4.jpeg" Id="Re14cb9a244894f00" /><Relationship Type="http://schemas.openxmlformats.org/officeDocument/2006/relationships/notesSlide" Target="/ppt/notesSlides/notesSlide7.xml" Id="R9128de72adcc4f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4e7b361084ac1" /><Relationship Type="http://schemas.openxmlformats.org/officeDocument/2006/relationships/image" Target="/ppt/media/image5.jpeg" Id="R1855f3b6bd8e4b9c" /><Relationship Type="http://schemas.openxmlformats.org/officeDocument/2006/relationships/notesSlide" Target="/ppt/notesSlides/notesSlide8.xml" Id="R86a9b1dbaf1543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f2751cc564047" /><Relationship Type="http://schemas.openxmlformats.org/officeDocument/2006/relationships/image" Target="/ppt/media/image3.png" Id="R639bc4c2ec604948" /><Relationship Type="http://schemas.openxmlformats.org/officeDocument/2006/relationships/image" Target="/ppt/media/image.bin" Id="Rcf3358ce9b20436b" /><Relationship Type="http://schemas.openxmlformats.org/officeDocument/2006/relationships/image" Target="/ppt/media/image2.bin" Id="R4a76b790473c4a2e" /><Relationship Type="http://schemas.openxmlformats.org/officeDocument/2006/relationships/notesSlide" Target="/ppt/notesSlides/notesSlide9.xml" Id="R7ee75c5549b44f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26a9479314f02" /><Relationship Type="http://schemas.openxmlformats.org/officeDocument/2006/relationships/notesSlide" Target="/ppt/notesSlides/notesSlide10.xml" Id="R1ae2b99b912c4f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e77d3b61f421e" /><Relationship Type="http://schemas.openxmlformats.org/officeDocument/2006/relationships/hyperlink" Target="https://akbaralqahri.github.io/portofolio" TargetMode="External" Id="R0add6accbb5d4509" /><Relationship Type="http://schemas.openxmlformats.org/officeDocument/2006/relationships/hyperlink" Target="https://akbaralqahri.github.io/portofolio" TargetMode="External" Id="R9ae45b9719f74cbe" /><Relationship Type="http://schemas.openxmlformats.org/officeDocument/2006/relationships/hyperlink" Target="https://www.linkedin.com/in/akbaralqahri" TargetMode="External" Id="Rd8bdb042aea64313" /><Relationship Type="http://schemas.openxmlformats.org/officeDocument/2006/relationships/hyperlink" Target="https://akbaralqahri.github.io/portofolio" TargetMode="External" Id="Rd1ec58b897aa409e" /><Relationship Type="http://schemas.openxmlformats.org/officeDocument/2006/relationships/image" Target="/ppt/media/image4.png" Id="R9c5a743ee8234a04" /><Relationship Type="http://schemas.openxmlformats.org/officeDocument/2006/relationships/notesSlide" Target="/ppt/notesSlides/notesSlide11.xml" Id="R4eceb04e126a4a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INTELLIGENCE PORTFOLIO · 2026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Muhammad Ali Akbar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Al-Qahri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Analyst · Scientist · Engineer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products built for decisions.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 / FORECASTING / DATA SYSTEMS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FULL PORTFOLIO · CASE STUDIES · LIVE PROJECTS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975">
                <a:solidFill>
                  <a:srgbClr val="FF755B"/>
                </a:solidFill>
              </a:defRPr>
            </a:pPr>
            <a:r>
              <a:rPr sz="1350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a9b1d8b5ec014e07"/>
              </a:rPr>
              <a:t>OPEN THE COMPLETE WEB PORTFOLIO</a:t>
            </a:r>
          </a:p>
          <a:p xmlns:a="http://schemas.openxmlformats.org/drawingml/2006/main">
            <a:pPr algn="l">
              <a:defRPr sz="975">
                <a:solidFill>
                  <a:srgbClr val="FF755B"/>
                </a:solidFill>
              </a:defRPr>
            </a:pPr>
            <a:r>
              <a:rPr sz="105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663e65fe62114d46"/>
              </a:rPr>
              <a:t>akbaralqahri.github.io/portofolio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3f6da909d4004"/>
          <a:srcRect xmlns:a="http://schemas.openxmlformats.org/drawingml/2006/main" l="0" t="28690" r="0" b="28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profile spans analysis, modeling, and data systems.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The work stays connected 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8+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reliable pipelines, transformations, and data-quality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records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Outcomes across business intelligence, automation, and applied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Experience shaped by delivery, not just analysis.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2024-25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2025-26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Intelligence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Analytics · forecasting · internal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GEOSPATIAL INTELLIGENCE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Three national maps make regional patterns visible and comparable.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PDDIKTI maps higher education, SPPG Insight tracks service coverage, and Peta Kemiskinan combines BPS trends, spatial clustering, and forecast diagnostics.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 DEPLOYED APPS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live geo portals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7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provinces covered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0.353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3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forecast MAE (pp)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148ad8a4c94e428b"/>
              </a:rPr>
              <a:t>OPEN PETA KEMISKINAN ↗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8cb4dfcc2494a"/>
          <a:srcRect xmlns:a="http://schemas.openxmlformats.org/drawingml/2006/main" l="0" t="16819" r="0" b="168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oundRect">
            <a:avLst>
              <a:gd name="adj" fmla="val 2073"/>
            </a:avLst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DEPLOYED APPLICATIONS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apps turn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accc41120413a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76573a456484e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Financial-market analysis becomes clearer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Screen new listings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Explore market signals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3be3a933f48e9"/>
          <a:stretch xmlns:a="http://schemas.openxmlformats.org/drawingml/2006/main"/>
        </p:blipFill>
        <p:spPr>
          <a:xfrm xmlns:a="http://schemas.openxmlformats.org/drawingml/2006/main">
            <a:off x="1728012" y="4038600"/>
            <a:ext cx="2639977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cb9a244894f00"/>
          <a:stretch xmlns:a="http://schemas.openxmlformats.org/drawingml/2006/main"/>
        </p:blipFill>
        <p:spPr>
          <a:xfrm xmlns:a="http://schemas.openxmlformats.org/drawingml/2006/main">
            <a:off x="7485592" y="3552825"/>
            <a:ext cx="2878667" cy="161925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FORECASTING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Forecasting connects model quality to real planning decisions.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88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TIME</a:t>
            </a:r>
          </a:p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SERIES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Cerebrum product forecasting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Food Security + Cerebrum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Two forecasting tracks connect public-policy risk and education-product demand to practical planning.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7A8"/>
          </a:solidFill>
          <a:ln xmlns:a="http://schemas.openxmlformats.org/drawingml/2006/main" w="9525">
            <a:solidFill>
              <a:srgbClr val="F5C451"/>
            </a:solidFill>
            <a:prstDash val="solid"/>
          </a:ln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BEST PAPER · ICoDSA 2025  /  CEREBRUM FORECASTING · 2026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55f3b6bd8e4b9c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Public dashboards make analytical work easy to inspect.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Power BI sample and two public Looker Studio projects.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Power BI Portfolio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KPI · revenue · user monitoring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Inteko Test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5-page product sales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Sales Performance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Campaign · product · customer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bc4c2ec604948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358ce9b20436b"/>
          <a:srcRect xmlns:a="http://schemas.openxmlformats.org/drawingml/2006/main" l="0" t="2825" r="0" b="2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6b790473c4a2e"/>
          <a:srcRect xmlns:a="http://schemas.openxmlformats.org/drawingml/2006/main" l="0" t="5246" r="0" b="5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INTERNAL AUTOMATION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Internal data products reduce manual operational work.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Task Management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Assignments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Revisions and deadlines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Task communication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QC Agent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Answer-key retrieval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Automated prepublish QC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Checkpointed reporting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Momentum &amp; Quota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Teacher capacity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Event schedules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Allocation visibility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Live Class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Schedules and mentors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PIC follow-up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Attendance analytics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SYSTEM BASIS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Google Sheets &amp; Apps Script dashboards · Node.js, Playwright &amp; SQLite QC automation · safe synthetic previews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B"/>
          </a:solidFill>
          <a:ln xmlns:a="http://schemas.openxmlformats.org/drawingml/2006/main" w="0">
            <a:solidFill>
              <a:srgbClr val="EFE6DB"/>
            </a:solidFill>
            <a:prstDash val="solid"/>
          </a:ln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MORE PROJECTS · FULL CASE STUDIES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3143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3"/>
              </a:spcAft>
              <a:defRPr sz="975">
                <a:solidFill>
                  <a:srgbClr val="FF755B"/>
                </a:solidFill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0add6accbb5d4509"/>
              </a:rPr>
              <a:t>OPEN THE WEB PORTFOLIO</a:t>
            </a:r>
          </a:p>
          <a:p xmlns:a="http://schemas.openxmlformats.org/drawingml/2006/main">
            <a:pPr algn="ctr">
              <a:defRPr sz="975">
                <a:solidFill>
                  <a:srgbClr val="FF755B"/>
                </a:solidFill>
              </a:defRPr>
            </a:pPr>
            <a:r>
              <a:rPr sz="90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9ae45b9719f74cbe"/>
              </a:rP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Let's build decisions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11B18"/>
                </a:solidFill>
                <a:latin typeface="Consolas"/>
                <a:ea typeface="Consolas"/>
                <a:cs typeface="Consolas"/>
              </a:rPr>
              <a:t>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>
                <a:solidFill>
                  <a:srgbClr val="6D625B"/>
                </a:solidFill>
                <a:latin typeface="Aptos"/>
                <a:ea typeface="Aptos"/>
                <a:cs typeface="Aptos"/>
                <a:hlinkClick xmlns:r="http://schemas.openxmlformats.org/officeDocument/2006/relationships" r:id="Rd8bdb042aea64313"/>
              </a:rPr>
              <a:t>LINKEDIN · linkedin.com/in/akbaralqahri</a:t>
            </a:r>
          </a:p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 b="1" u="sng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d1ec58b897aa409e"/>
              </a:rPr>
              <a:t>WEB PORTFOLIO · 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a743ee8234a04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2026-07-22T08:49:08.0190000Z</dcterms:created>
  <dcterms:modified xsi:type="dcterms:W3CDTF">2026-07-22T08:49:08.0190000Z</dcterms:modified>
</coreProperties>
</file>