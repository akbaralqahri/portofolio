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9aa38ff5d94015" /><Relationship Type="http://schemas.openxmlformats.org/officeDocument/2006/relationships/extended-properties" Target="/docProps/app.xml" Id="R99c8b0c2d37b44c0" /><Relationship Type="http://schemas.openxmlformats.org/officeDocument/2006/relationships/officeDocument" Target="/ppt/presentation.xml" Id="R3d1523accd5649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a087bbaf264984"/>
  </p:sldMasterIdLst>
  <p:notesMasterIdLst>
    <p:notesMasterId xmlns:r="http://schemas.openxmlformats.org/officeDocument/2006/relationships" r:id="Rd16f9f97a7894b72"/>
  </p:notesMasterIdLst>
  <p:sldIdLst>
    <p:sldId xmlns:r="http://schemas.openxmlformats.org/officeDocument/2006/relationships" id="256" r:id="R677fcc0fb0574bed"/>
    <p:sldId xmlns:r="http://schemas.openxmlformats.org/officeDocument/2006/relationships" id="257" r:id="R411bf1b1078840ad"/>
    <p:sldId xmlns:r="http://schemas.openxmlformats.org/officeDocument/2006/relationships" id="258" r:id="R5309286bfb4c4aa7"/>
    <p:sldId xmlns:r="http://schemas.openxmlformats.org/officeDocument/2006/relationships" id="259" r:id="Rff3ca7656f7c4bd3"/>
    <p:sldId xmlns:r="http://schemas.openxmlformats.org/officeDocument/2006/relationships" id="260" r:id="Ra5f706675e4c47cd"/>
    <p:sldId xmlns:r="http://schemas.openxmlformats.org/officeDocument/2006/relationships" id="261" r:id="R79abdc3ac2e14164"/>
    <p:sldId xmlns:r="http://schemas.openxmlformats.org/officeDocument/2006/relationships" id="262" r:id="R98b6bf6cdf6143c0"/>
    <p:sldId xmlns:r="http://schemas.openxmlformats.org/officeDocument/2006/relationships" id="263" r:id="R60642aacaabe4c20"/>
    <p:sldId xmlns:r="http://schemas.openxmlformats.org/officeDocument/2006/relationships" id="264" r:id="Re0e749cf28044308"/>
    <p:sldId xmlns:r="http://schemas.openxmlformats.org/officeDocument/2006/relationships" id="265" r:id="R874ca5266eea4855"/>
    <p:sldId xmlns:r="http://schemas.openxmlformats.org/officeDocument/2006/relationships" id="266" r:id="Rb97166503acf4c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4a48e034434e6c" /><Relationship Type="http://schemas.openxmlformats.org/officeDocument/2006/relationships/slideMaster" Target="/ppt/slideMasters/slideMaster1.xml" Id="Rf1a087bbaf264984" /><Relationship Type="http://schemas.openxmlformats.org/officeDocument/2006/relationships/notesMaster" Target="/ppt/notesMasters/notesMaster1.xml" Id="Rd16f9f97a7894b72" /><Relationship Type="http://schemas.openxmlformats.org/officeDocument/2006/relationships/presProps" Target="/ppt/presProps.xml" Id="R02ebe2a94f8949d4" /><Relationship Type="http://schemas.openxmlformats.org/officeDocument/2006/relationships/tableStyles" Target="/ppt/tableStyles.xml" Id="R1f158f3dc3574400" /><Relationship Type="http://schemas.openxmlformats.org/officeDocument/2006/relationships/slide" Target="/ppt/slides/slide1.xml" Id="R677fcc0fb0574bed" /><Relationship Type="http://schemas.openxmlformats.org/officeDocument/2006/relationships/slide" Target="/ppt/slides/slide2.xml" Id="R411bf1b1078840ad" /><Relationship Type="http://schemas.openxmlformats.org/officeDocument/2006/relationships/slide" Target="/ppt/slides/slide3.xml" Id="R5309286bfb4c4aa7" /><Relationship Type="http://schemas.openxmlformats.org/officeDocument/2006/relationships/slide" Target="/ppt/slides/slide4.xml" Id="Rff3ca7656f7c4bd3" /><Relationship Type="http://schemas.openxmlformats.org/officeDocument/2006/relationships/slide" Target="/ppt/slides/slide5.xml" Id="Ra5f706675e4c47cd" /><Relationship Type="http://schemas.openxmlformats.org/officeDocument/2006/relationships/slide" Target="/ppt/slides/slide6.xml" Id="R79abdc3ac2e14164" /><Relationship Type="http://schemas.openxmlformats.org/officeDocument/2006/relationships/slide" Target="/ppt/slides/slide7.xml" Id="R98b6bf6cdf6143c0" /><Relationship Type="http://schemas.openxmlformats.org/officeDocument/2006/relationships/slide" Target="/ppt/slides/slide8.xml" Id="R60642aacaabe4c20" /><Relationship Type="http://schemas.openxmlformats.org/officeDocument/2006/relationships/slide" Target="/ppt/slides/slide9.xml" Id="Re0e749cf28044308" /><Relationship Type="http://schemas.openxmlformats.org/officeDocument/2006/relationships/slide" Target="/ppt/slides/slide10.xml" Id="R874ca5266eea4855" /><Relationship Type="http://schemas.openxmlformats.org/officeDocument/2006/relationships/slide" Target="/ppt/slides/slide11.xml" Id="Rb97166503acf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15e17ba17746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2f1b18c37b482b" /><Relationship Type="http://schemas.openxmlformats.org/officeDocument/2006/relationships/notesMaster" Target="/ppt/notesMasters/notesMaster1.xml" Id="Rabc1ed7ce1014e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51499b069143fd" /><Relationship Type="http://schemas.openxmlformats.org/officeDocument/2006/relationships/notesMaster" Target="/ppt/notesMasters/notesMaster1.xml" Id="R1ddb5d5d988b4c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f95199b9114506" /><Relationship Type="http://schemas.openxmlformats.org/officeDocument/2006/relationships/notesMaster" Target="/ppt/notesMasters/notesMaster1.xml" Id="R5fdbbd3b081f4b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9754e8f25240de" /><Relationship Type="http://schemas.openxmlformats.org/officeDocument/2006/relationships/notesMaster" Target="/ppt/notesMasters/notesMaster1.xml" Id="Ra0aeb7cd732e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c544b0bfdb4be8" /><Relationship Type="http://schemas.openxmlformats.org/officeDocument/2006/relationships/notesMaster" Target="/ppt/notesMasters/notesMaster1.xml" Id="Re13b8b87e6a349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c43ae7202e417d" /><Relationship Type="http://schemas.openxmlformats.org/officeDocument/2006/relationships/notesMaster" Target="/ppt/notesMasters/notesMaster1.xml" Id="Rb2989d0f39fb4d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afb60708184c9f" /><Relationship Type="http://schemas.openxmlformats.org/officeDocument/2006/relationships/notesMaster" Target="/ppt/notesMasters/notesMaster1.xml" Id="Rd00bf1fa0c644e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e521a278c4449e" /><Relationship Type="http://schemas.openxmlformats.org/officeDocument/2006/relationships/notesMaster" Target="/ppt/notesMasters/notesMaster1.xml" Id="Re7374aff98ec44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c13382f3a34978" /><Relationship Type="http://schemas.openxmlformats.org/officeDocument/2006/relationships/notesMaster" Target="/ppt/notesMasters/notesMaster1.xml" Id="R5531686434e547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92c0f81c284c40" /><Relationship Type="http://schemas.openxmlformats.org/officeDocument/2006/relationships/notesMaster" Target="/ppt/notesMasters/notesMaster1.xml" Id="R53092a48d0cd4e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167aa34d4e405e" /><Relationship Type="http://schemas.openxmlformats.org/officeDocument/2006/relationships/notesMaster" Target="/ppt/notesMasters/notesMaster1.xml" Id="Ree32626ba9ae4c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0f9f5a8a324e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073b04846426e" /><Relationship Type="http://schemas.openxmlformats.org/officeDocument/2006/relationships/slideLayout" Target="/ppt/slideLayouts/slideLayout1.xml" Id="R4393454a78c64e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3454a78c64e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bd07d95f14d71" /><Relationship Type="http://schemas.openxmlformats.org/officeDocument/2006/relationships/image" Target="/ppt/media/image.png" Id="Re85f09cb28e348dc" /><Relationship Type="http://schemas.openxmlformats.org/officeDocument/2006/relationships/notesSlide" Target="/ppt/notesSlides/notesSlide1.xml" Id="R0f1a4c6c21e745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e007a691d4062" /><Relationship Type="http://schemas.openxmlformats.org/officeDocument/2006/relationships/notesSlide" Target="/ppt/notesSlides/notesSlide2.xml" Id="R5b9b4ebd399442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64103e3254964" /><Relationship Type="http://schemas.openxmlformats.org/officeDocument/2006/relationships/notesSlide" Target="/ppt/notesSlides/notesSlide3.xml" Id="R73b0806dacf14e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0071a054b42ca" /><Relationship Type="http://schemas.openxmlformats.org/officeDocument/2006/relationships/notesSlide" Target="/ppt/notesSlides/notesSlide4.xml" Id="R089b8ca18e974a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59b437b4c40e1" /><Relationship Type="http://schemas.openxmlformats.org/officeDocument/2006/relationships/image" Target="/ppt/media/image.jpeg" Id="R84d6699790424bca" /><Relationship Type="http://schemas.openxmlformats.org/officeDocument/2006/relationships/notesSlide" Target="/ppt/notesSlides/notesSlide5.xml" Id="R577036250f1d4b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c686bbe5c4d80" /><Relationship Type="http://schemas.openxmlformats.org/officeDocument/2006/relationships/image" Target="/ppt/media/image2.jpeg" Id="R4e698d41e4f14a03" /><Relationship Type="http://schemas.openxmlformats.org/officeDocument/2006/relationships/image" Target="/ppt/media/image3.jpeg" Id="R5c2a701d8bde41de" /><Relationship Type="http://schemas.openxmlformats.org/officeDocument/2006/relationships/notesSlide" Target="/ppt/notesSlides/notesSlide6.xml" Id="R6cbc278b40104f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41829dda54267" /><Relationship Type="http://schemas.openxmlformats.org/officeDocument/2006/relationships/image" Target="/ppt/media/image4.jpeg" Id="R96e7ca511fa74bce" /><Relationship Type="http://schemas.openxmlformats.org/officeDocument/2006/relationships/image" Target="/ppt/media/image5.jpeg" Id="R4cfcabd73ae7439d" /><Relationship Type="http://schemas.openxmlformats.org/officeDocument/2006/relationships/notesSlide" Target="/ppt/notesSlides/notesSlide7.xml" Id="Rda660b99f59e4e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3e77cdf004d9f" /><Relationship Type="http://schemas.openxmlformats.org/officeDocument/2006/relationships/image" Target="/ppt/media/image6.jpeg" Id="R4935006e008f4133" /><Relationship Type="http://schemas.openxmlformats.org/officeDocument/2006/relationships/notesSlide" Target="/ppt/notesSlides/notesSlide8.xml" Id="R241ad0094d7346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ab20e8f8a4893" /><Relationship Type="http://schemas.openxmlformats.org/officeDocument/2006/relationships/image" Target="/ppt/media/image2.png" Id="R567873e945df4dfa" /><Relationship Type="http://schemas.openxmlformats.org/officeDocument/2006/relationships/image" Target="/ppt/media/image3.png" Id="Rcee57b94ec4e4312" /><Relationship Type="http://schemas.openxmlformats.org/officeDocument/2006/relationships/image" Target="/ppt/media/image4.png" Id="Rf392106c6a0f436a" /><Relationship Type="http://schemas.openxmlformats.org/officeDocument/2006/relationships/notesSlide" Target="/ppt/notesSlides/notesSlide9.xml" Id="R588f308023f04a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eb9db90174746" /><Relationship Type="http://schemas.openxmlformats.org/officeDocument/2006/relationships/notesSlide" Target="/ppt/notesSlides/notesSlide10.xml" Id="Rcdcc5b1137614c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414efaf34efc" /><Relationship Type="http://schemas.openxmlformats.org/officeDocument/2006/relationships/image" Target="/ppt/media/image5.png" Id="R03d7eeaa846549ee" /><Relationship Type="http://schemas.openxmlformats.org/officeDocument/2006/relationships/notesSlide" Target="/ppt/notesSlides/notesSlide11.xml" Id="R4106d7ca7a654c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INDONESIA · OPEN TO WORK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755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f09cb28e348dc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public exploration product for comparing higher-education coverage across provinces and cities-supported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6699790424bca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98d41e4f14a03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a701d8bde41de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saham-ipo.vercel.app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7ca511fa74bce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cabd73ae7439d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5006e008f4133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873e945df4dfa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57b94ec4e4312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2106c6a0f436a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DATA PRODUCTS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dashboards turn spreadsheet data into operational visibility.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Teacher Quota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Capacity monitoring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Quota allocation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Fee tracking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Event Momentum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Registration windows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timeline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Status monitoring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database · Apps Script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· MODELS · DECISIONS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3219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linkedin.com/in/akbaralqahri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7eeaa846549ee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2026-07-17T02:26:03.1620000Z</dcterms:created>
  <dcterms:modified xsi:type="dcterms:W3CDTF">2026-07-17T02:26:03.1620000Z</dcterms:modified>
</coreProperties>
</file>